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94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工事原価管理システム 刷新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8A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提案依頼書（RFP）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6C6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ワトソン建設株式会社  経営企画部 / 情報システム部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6C6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2026年7月1日  第1.0版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6C6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【提案期限】2026年8月14日（金）17:00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背景と目的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現行システムは2011年導入。老朽化と業務実態の乖離が限界に達している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当社は年商約185億円、従業員520名の中堅ゼネコン。近畿・中部圏で土木・建築を手掛ける。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現行の工事原価管理システムは2011年導入のオンプレミス製品で、保守契約が2027年3月末に終了する。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実行予算と発生原価の突合が月次でしかできず、工事の採算悪化に気づくのが遅い。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見積・受注（Salesforce）、会計（SAP）、購買（自社開発）が分断され、同じ数字が複数箇所に存在している。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資材単価マスタの改定が追いつかず、実行予算が市況と乖離している。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本刷新により、工事採算をリアルタイムに可視化し、赤字工事の早期検知を実現したい。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【本プロジェクトのゴール】工事の採算悪化を、着工後1か月以内に検知できる状態にする。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対象スコープ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対象業務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6459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実行予算作成 / 発生原価計上 / 原価実績照会 / 出来高管理 / 完成工事原価報告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23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対象工事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4231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全工事（年間 約80件）。うち3億円以上の重点工事 約15件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00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対象ユーザー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本社（経営企画・経理・購買）、支店（営業）、現場（工事所長・事務）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連携対象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9776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Salesforce（受注情報）、SAP会計（仕訳）、購買システム（発注・検収）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54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4754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人事給与、勤怠、CAD、BIM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主要機能要件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FR-01  実行予算を工種別に作成し、承認ワークフローを経て確定できること。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FR-02  発生原価を日次で取り込み、実行予算との差異を工事別・工種別に表示できること。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FR-03  原価率が受注時想定を5ポイント以上超過した工事を、ダッシュボード上でアラート表示すること。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FR-04  資材単価マスタを購買部が随時改定でき、改定履歴を保持すること。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FR-05  会計仕訳は SAP会計 と日次でリアルタイム連携すること。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FR-06  受注金額は Salesforce をマスタとし、システム間で常に一致すること。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FR-07  完成工事原価報告書を、月次で自動生成できること。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FR-08  現場からスマートフォンで出来高を入力できること。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非機能要件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6858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NFR-01 可用性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1645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稼働率 99.9% 以上（計画停止を含む）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NFR-02 性能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23317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同時接続 200ユーザーでレスポンス3秒以内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6858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NFR-03 データ保管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3017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パブリッククラウド上での稼働を可とする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03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NFR-04 セキュリティ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3703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IPA『安全なウェブサイトの作り方』に準拠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NFR-05 保守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4389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24時間365日の障害受付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NFR-06 バックアップ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5074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日次フルバックアップ、7世代保持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想定スケジュール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現行システムの保守終了（2027年3月末）までに本番稼働させること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011680"/>
          </a:xfrm>
          <a:prstGeom prst="rect">
            <a:avLst/>
          </a:prstGeom>
          <a:solidFill>
            <a:srgbClr val="F4F4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560320" cy="91440"/>
          </a:xfrm>
          <a:prstGeom prst="rect">
            <a:avLst/>
          </a:prstGeom>
          <a:solidFill>
            <a:srgbClr val="8D8D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ベンダー選定・契約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011680"/>
          </a:xfrm>
          <a:prstGeom prst="rect">
            <a:avLst/>
          </a:prstGeom>
          <a:solidFill>
            <a:srgbClr val="F4F4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828800"/>
            <a:ext cx="2560320" cy="91440"/>
          </a:xfrm>
          <a:prstGeom prst="rect">
            <a:avLst/>
          </a:prstGeom>
          <a:solidFill>
            <a:srgbClr val="8D8D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60320" cy="2011680"/>
          </a:xfrm>
          <a:prstGeom prst="rect">
            <a:avLst/>
          </a:prstGeom>
          <a:solidFill>
            <a:srgbClr val="F4F4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2560320" cy="91440"/>
          </a:xfrm>
          <a:prstGeom prst="rect">
            <a:avLst/>
          </a:prstGeom>
          <a:solidFill>
            <a:srgbClr val="8D8D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設計・開発・テスト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2560320" cy="201168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828800"/>
            <a:ext cx="2560320" cy="9144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2027年4月1日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8116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本番稼働（必達）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詳細な工程・工数は別紙「要件一覧」を参照のこと。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提案いただきたい事項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システム構成（パッケージ／スクラッチ／SaaS の別と、その選定理由）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実行予算と発生原価の差異を、どのタイミングで、誰に、どう見せるかの具体案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既存3システム（Salesforce / SAP / 購買）との連携方式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移行方針（現行10年分のデータをどこまで移行するか）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概算費用（イニシャル・ランニング5年分）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体制とスケジュール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当社の業務・データに関して、貴社が想定するリスクと、その対策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提案期限：2026年8月14日（金）17:00 ／ 提出先：ワトソン建設株式会社 経営企画部 システム刷新PT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工事原価管理システム刷新 提案依頼書(RFP)</dc:title>
  <dc:subject>PptxGenJS Presentation</dc:subject>
  <dc:creator>PptxGenJS</dc:creator>
  <cp:lastModifiedBy>PptxGenJS</cp:lastModifiedBy>
  <cp:revision>1</cp:revision>
  <dcterms:created xsi:type="dcterms:W3CDTF">2026-07-13T09:45:00Z</dcterms:created>
  <dcterms:modified xsi:type="dcterms:W3CDTF">2026-07-13T09:45:00Z</dcterms:modified>
</cp:coreProperties>
</file>